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Fira Sans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gv8UxGxe+gimfJlPZieiUCqCO5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FiraSans-boldItalic.fntdata"/><Relationship Id="rId10" Type="http://schemas.openxmlformats.org/officeDocument/2006/relationships/font" Target="fonts/FiraSans-italic.fntdata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ira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Fira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14912aa8f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214912aa8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2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2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839788" y="866776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4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/>
          <p:nvPr/>
        </p:nvSpPr>
        <p:spPr>
          <a:xfrm>
            <a:off x="0" y="6080760"/>
            <a:ext cx="838200" cy="79049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4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4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descr="Graphical user interface, text, application&#10;&#10;Description automatically generated" id="9" name="Google Shape;9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124596" y="226123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3862" y="141576"/>
            <a:ext cx="2316256" cy="70870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>
            <p:ph type="ctrTitle"/>
          </p:nvPr>
        </p:nvSpPr>
        <p:spPr>
          <a:xfrm>
            <a:off x="1703512" y="548680"/>
            <a:ext cx="9144000" cy="5784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ct val="136054"/>
              <a:buFont typeface="Marcellus"/>
              <a:buNone/>
            </a:pPr>
            <a:r>
              <a:rPr lang="en-US" sz="4900"/>
              <a:t>Title</a:t>
            </a:r>
            <a:endParaRPr/>
          </a:p>
        </p:txBody>
      </p:sp>
      <p:sp>
        <p:nvSpPr>
          <p:cNvPr id="81" name="Google Shape;81;p2"/>
          <p:cNvSpPr txBox="1"/>
          <p:nvPr>
            <p:ph idx="1" type="subTitle"/>
          </p:nvPr>
        </p:nvSpPr>
        <p:spPr>
          <a:xfrm>
            <a:off x="35517" y="1281352"/>
            <a:ext cx="12109155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solidFill>
                  <a:schemeClr val="dk1"/>
                </a:solidFill>
              </a:rPr>
              <a:t>Name of Presenter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solidFill>
                  <a:schemeClr val="dk1"/>
                </a:solidFill>
              </a:rPr>
              <a:t>Affiliation</a:t>
            </a:r>
            <a:endParaRPr/>
          </a:p>
        </p:txBody>
      </p: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18" y="2274354"/>
            <a:ext cx="6052457" cy="3512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59220" t="0"/>
          <a:stretch/>
        </p:blipFill>
        <p:spPr>
          <a:xfrm rot="-5400000">
            <a:off x="7424061" y="1000149"/>
            <a:ext cx="3512457" cy="602342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 txBox="1"/>
          <p:nvPr>
            <p:ph idx="10" type="dt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 txBox="1"/>
          <p:nvPr>
            <p:ph idx="11" type="ftr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14912aa8f3_0_0"/>
          <p:cNvSpPr txBox="1"/>
          <p:nvPr>
            <p:ph idx="12" type="sldNum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b="0" i="0" sz="1200" u="none" cap="none" strike="noStrik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2022-02-21T05:08:08Z</dcterms:created>
  <dc:creator>Pushpendra Kumar Dhansoia</dc:creator>
</cp:coreProperties>
</file>